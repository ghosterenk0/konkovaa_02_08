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305-6" initials="3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alt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дОСТАВКА ЕДЫ</a:t>
            </a:r>
            <a:endParaRPr lang="ru-RU" alt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Коньков АРСЕНИЙ ПР-32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ДАТА: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.11.2025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КЛАССОВ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890635" y="2015490"/>
            <a:ext cx="2314575" cy="345059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85" y="2968625"/>
            <a:ext cx="1745615" cy="1731645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160" y="2968625"/>
            <a:ext cx="1744980" cy="1731645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2973705"/>
            <a:ext cx="1745615" cy="1726565"/>
          </a:xfrm>
          <a:prstGeom prst="rect">
            <a:avLst/>
          </a:prstGeom>
        </p:spPr>
      </p:pic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795" y="2967990"/>
            <a:ext cx="1750695" cy="1732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0479" y="2060860"/>
            <a:ext cx="9604375" cy="1615258"/>
          </a:xfr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479" y="3840400"/>
            <a:ext cx="9146797" cy="19464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1 (Вход) - на данном экране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была использована технология 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SharedPreference, 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заполнения данных при входе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кнопке реализован переход на другой экран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2 (Основная/меню) - на данном экране реализован 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ListView, 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содержит пункты меню 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меню содержит 3 кнопки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которые делают переход на соответсвующий экран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3 (Создание заказа) - на данном экране выбирается товар и затем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нажатию кнопки заносится в локальную базу данных 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ROOM, </a:t>
            </a:r>
            <a:r>
              <a:rPr lang="ru-RU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соответствующее вспылваюшее уведомление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4 (История заказов) - На данном экране реализован вывод в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ListView </a:t>
            </a:r>
            <a:r>
              <a:rPr lang="ru-RU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номер заказа и соответсвенно сам заказ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которые загружается из базы данных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БИБЛИОТЕКИ</a:t>
            </a:r>
            <a:endParaRPr lang="ru-RU" dirty="0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74415" y="2015490"/>
            <a:ext cx="5356860" cy="3450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{A07C8104-1A6E-4AB0-B5BD-DD1D019E0665}TFc986dd65-aaf0-4d5c-bef9-9c391ee05f7b5669cfdc-fe16c7d7e3cd</Template>
  <TotalTime>0</TotalTime>
  <Words>772</Words>
  <Application>WPS Presentation</Application>
  <PresentationFormat>Широкоэкранный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JetBrains Mono</vt:lpstr>
      <vt:lpstr>Segoe Print</vt:lpstr>
      <vt:lpstr>Microsoft YaHei</vt:lpstr>
      <vt:lpstr>Arial Unicode MS</vt:lpstr>
      <vt:lpstr>Gill Sans MT</vt:lpstr>
      <vt:lpstr>Calibri</vt:lpstr>
      <vt:lpstr>Галерея</vt:lpstr>
      <vt:lpstr>Кредитный калькулятор</vt:lpstr>
      <vt:lpstr>СХЕМА КЛАССОВ</vt:lpstr>
      <vt:lpstr>ПРОИЗВОДИТЕЛЬНОСТЬ</vt:lpstr>
      <vt:lpstr>АРХИТЕКТУРНЫЕ РЕШЕНИЯ</vt:lpstr>
      <vt:lpstr>ИСПОЛЬЗУЕМЫЕ БИБЛИОТЕКИ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Кредитный калькулятор</dc:title>
  <dc:creator>305-6</dc:creator>
  <cp:lastModifiedBy>ghosterenko</cp:lastModifiedBy>
  <cp:revision>7</cp:revision>
  <dcterms:created xsi:type="dcterms:W3CDTF">2025-11-19T06:30:00Z</dcterms:created>
  <dcterms:modified xsi:type="dcterms:W3CDTF">2025-11-24T05:09:07Z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FA456CADD05E4853AD6DE185561A04F4_13</vt:lpwstr>
  </property>
  <property fmtid="{D5CDD505-2E9C-101B-9397-08002B2CF9AE}" pid="3" name="KSOProductBuildVer">
    <vt:lpwstr>1049-12.2.0.23155</vt:lpwstr>
  </property>
</Properties>
</file>